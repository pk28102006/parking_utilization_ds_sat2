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PARKING UTILIZATION INSIGHT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Use Case 17 – ParkSmart City Services</a:t>
            </a:r>
          </a:p>
          <a:p>
            <a:pPr algn="ctr">
              <a:defRPr sz="1700">
                <a:solidFill>
                  <a:srgbClr val="FFFFFF"/>
                </a:solidFill>
              </a:defRPr>
            </a:pPr>
            <a:r>
              <a:t>Data Science | DS Sprint – Skill Based Assessment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1. Problem Statement &amp; Business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ParkSmart manages public parking zones and wants to understand occupancy, duration and turnover patterns.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Business question: Which locations and time periods experience high or low parking utilization?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Goal: Identify parking pressure points and support better parking-management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2. Dataset &amp; Data Understanding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286000" cy="118872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2997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Cleaned sessions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280160"/>
            <a:ext cx="2286000" cy="118872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8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Parking zones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1280160"/>
            <a:ext cx="2286000" cy="118872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100.2 min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Avg duration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280160"/>
            <a:ext cx="2286000" cy="11887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12:00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Peak 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Files: parking_sessions.csv, zones.csv, payments.csv, calendar.csv and weather.csv.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Key fields include zone, entry, exit, duration, fee, capacity, zone type, weekday, event, rain and temperature.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The dataset was prepared for EDA, feature engineering, machine learning and Excel dashboard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3. 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Missing exit times were handled using the available entry time and duration information.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Duplicate parking sessions were removed.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Negative durations were identified and removed.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Date and time columns were converted into proper formats.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Categorical variables were encoded where required for machine learning.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Zone labels and capacity information were checked for consistency.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4. Exploratory Data Analysis – Key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2926080" cy="123444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Z05 (544)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Highest activity zone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234440"/>
            <a:ext cx="2926080" cy="123444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12:00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Peak parking period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234440"/>
            <a:ext cx="2926080" cy="123444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297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Peak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Z05 recorded the highest number of parking sessions (544).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The busiest observed hour was 12:00 with 297 parking sessions.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Z01 had the longest average parking duration (106.8 minutes).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5. Feature Engineering &amp;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Engineered hourly parking-demand data by grouping records using date, hour and zone.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Input features: zone, hour, duration, capacity, zone type, weekday, holiday, event, rain and temperature.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Target variable: parking occupancy / number of vehicles per hour.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Algorithm: Random Forest Regression.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Reason: Random Forest can handle multiple input variables and capture non-linear relationships between parking demand and influencing factors.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6. Model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2926080" cy="13716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From Colab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RMSE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17720" y="1463040"/>
            <a:ext cx="2926080" cy="137160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From Colab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MAE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463040"/>
            <a:ext cx="2926080" cy="137160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From Colab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R²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Use the actual RMSE, MAE and R² values displayed in your Colab model-performance cell.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Do not enter estimated values; the assessment requires the actual obtained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7. Visualization &amp;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Zone-wise parking sessions / utilization bar chart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Peak parking period line chart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Parking duration distribution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Event vs parking usage chart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Weather comparison chart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Feature-importance chart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Excel dashboard with summary metrics and charts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8. Business Insights &amp; Intelligence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Parking demand is concentrated in high-activity zones, with Z05 showing the highest session count.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Peak demand occurs around 12:00, indicating a period where parking management needs more attention.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The analysis can identify high-demand and low-demand zones for better allocation of parking resources.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The dashboard combines EDA results and analytical outputs to support data-driven parking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9. Recommendations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Recommendation 1: Increase parking management and monitoring in high-utilization zones during peak hours.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Recommendation 2: Redirect drivers or provide incentives for low-utilization zones to improve overall capacity utilization.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Conclusion: The project analyzed parking utilization patterns across zones and time periods using data preprocessing, EDA and machine learning.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The resulting dashboard and analytical model provide useful evidence for identifying parking pressure points and improving parking-management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10. Final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Cleaned and prepared parking dataset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Python / Google Colab notebook containing EDA and feature engineering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Machine learning model and performance evaluation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Excel workbook with dashboard, analysis sheets and charts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Short business-insight presentation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GitHub Repository: ________________________________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